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1c966b0a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1c966b0a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6ee7f8a52e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6ee7f8a52e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6ee7f8a52e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6ee7f8a52e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6ee7f8a52e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6ee7f8a52e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6ee7f8a52e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6ee7f8a52e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6ee7f8a52e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6ee7f8a52e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6ee7f8a52e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6ee7f8a52e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6ee7f8a52e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6ee7f8a52e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6ee7f8a52e_1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6ee7f8a52e_1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ee7f8a52e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ee7f8a52e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6ee7f8a52e_1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6ee7f8a52e_1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6ee7f8a52e_1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6ee7f8a52e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b27b65d40_1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7b27b65d40_1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7b27b65d40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7b27b65d40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b27b65d40_1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b27b65d40_1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7b27b65d40_1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7b27b65d40_1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b27b65d40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7b27b65d40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7b27b65d40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7b27b65d40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7b27b65d40_1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7b27b65d40_1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b27b65d40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7b27b65d40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c905a463a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cc905a463a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cc905a463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cc905a463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cc905a463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cc905a463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c905a463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cc905a463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c905a463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cc905a463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c905a463a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c905a463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cc905a463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cc905a463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cc905a463a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cc905a463a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c905a463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cc905a463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c905a463a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cc905a463a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cc905a463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cc905a463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c905a463a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cc905a463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cc905a463a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cc905a463a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cc905a463a_0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cc905a463a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cc905a463a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cc905a463a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c905a463a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3cc905a463a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7b27b65d40_1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7b27b65d40_1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9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9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10" Type="http://schemas.openxmlformats.org/officeDocument/2006/relationships/image" Target="../media/image13.png"/><Relationship Id="rId9" Type="http://schemas.openxmlformats.org/officeDocument/2006/relationships/image" Target="../media/image9.png"/><Relationship Id="rId5" Type="http://schemas.openxmlformats.org/officeDocument/2006/relationships/image" Target="../media/image16.png"/><Relationship Id="rId6" Type="http://schemas.openxmlformats.org/officeDocument/2006/relationships/image" Target="../media/image2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9151500" cy="1962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pic>
        <p:nvPicPr>
          <p:cNvPr id="55" name="Google Shape;55;p13" title="SPEAKERS-BACKGROUND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214125"/>
            <a:ext cx="9144001" cy="3929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ODSC.png"/>
          <p:cNvPicPr preferRelativeResize="0"/>
          <p:nvPr/>
        </p:nvPicPr>
        <p:blipFill rotWithShape="1">
          <a:blip r:embed="rId5">
            <a:alphaModFix/>
          </a:blip>
          <a:srcRect b="0" l="30" r="30" t="0"/>
          <a:stretch/>
        </p:blipFill>
        <p:spPr>
          <a:xfrm>
            <a:off x="308300" y="272924"/>
            <a:ext cx="1180600" cy="5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/>
          <p:nvPr/>
        </p:nvSpPr>
        <p:spPr>
          <a:xfrm>
            <a:off x="0" y="0"/>
            <a:ext cx="9151500" cy="1962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pic>
        <p:nvPicPr>
          <p:cNvPr id="62" name="Google Shape;62;p14" title="SPEAKERS-BACKGROUND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14125"/>
            <a:ext cx="9144001" cy="3929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 title="ODSC.png"/>
          <p:cNvPicPr preferRelativeResize="0"/>
          <p:nvPr/>
        </p:nvPicPr>
        <p:blipFill rotWithShape="1">
          <a:blip r:embed="rId4">
            <a:alphaModFix/>
          </a:blip>
          <a:srcRect b="0" l="30" r="30" t="0"/>
          <a:stretch/>
        </p:blipFill>
        <p:spPr>
          <a:xfrm>
            <a:off x="7623500" y="272924"/>
            <a:ext cx="1180600" cy="5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/>
          <p:nvPr/>
        </p:nvSpPr>
        <p:spPr>
          <a:xfrm>
            <a:off x="0" y="0"/>
            <a:ext cx="9151500" cy="1962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pic>
        <p:nvPicPr>
          <p:cNvPr id="69" name="Google Shape;69;p15" title="SPEAKERS-BACKGROUND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14125"/>
            <a:ext cx="9144001" cy="3929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 title="ODSC.png"/>
          <p:cNvPicPr preferRelativeResize="0"/>
          <p:nvPr/>
        </p:nvPicPr>
        <p:blipFill rotWithShape="1">
          <a:blip r:embed="rId4">
            <a:alphaModFix/>
          </a:blip>
          <a:srcRect b="0" l="30" r="30" t="0"/>
          <a:stretch/>
        </p:blipFill>
        <p:spPr>
          <a:xfrm>
            <a:off x="7623500" y="4311524"/>
            <a:ext cx="1180600" cy="5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/>
          <p:nvPr/>
        </p:nvSpPr>
        <p:spPr>
          <a:xfrm>
            <a:off x="0" y="0"/>
            <a:ext cx="9151500" cy="1962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pic>
        <p:nvPicPr>
          <p:cNvPr id="76" name="Google Shape;76;p16" title="SPEAKERS-BACKGROUND-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14125"/>
            <a:ext cx="9144001" cy="392937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ODSC.png"/>
          <p:cNvPicPr preferRelativeResize="0"/>
          <p:nvPr/>
        </p:nvPicPr>
        <p:blipFill rotWithShape="1">
          <a:blip r:embed="rId4">
            <a:alphaModFix/>
          </a:blip>
          <a:srcRect b="0" l="30" r="30" t="0"/>
          <a:stretch/>
        </p:blipFill>
        <p:spPr>
          <a:xfrm>
            <a:off x="308300" y="4311524"/>
            <a:ext cx="1180600" cy="5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/>
          <p:nvPr/>
        </p:nvSpPr>
        <p:spPr>
          <a:xfrm>
            <a:off x="0" y="0"/>
            <a:ext cx="91515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pic>
        <p:nvPicPr>
          <p:cNvPr id="83" name="Google Shape;83;p17" title="ODSC.png"/>
          <p:cNvPicPr preferRelativeResize="0"/>
          <p:nvPr/>
        </p:nvPicPr>
        <p:blipFill rotWithShape="1">
          <a:blip r:embed="rId3">
            <a:alphaModFix/>
          </a:blip>
          <a:srcRect b="0" l="30" r="30" t="0"/>
          <a:stretch/>
        </p:blipFill>
        <p:spPr>
          <a:xfrm>
            <a:off x="308300" y="272924"/>
            <a:ext cx="1180600" cy="5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/>
          <p:nvPr/>
        </p:nvSpPr>
        <p:spPr>
          <a:xfrm>
            <a:off x="0" y="0"/>
            <a:ext cx="91515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pic>
        <p:nvPicPr>
          <p:cNvPr id="89" name="Google Shape;89;p18" title="ODSC.png"/>
          <p:cNvPicPr preferRelativeResize="0"/>
          <p:nvPr/>
        </p:nvPicPr>
        <p:blipFill rotWithShape="1">
          <a:blip r:embed="rId3">
            <a:alphaModFix/>
          </a:blip>
          <a:srcRect b="0" l="30" r="30" t="0"/>
          <a:stretch/>
        </p:blipFill>
        <p:spPr>
          <a:xfrm>
            <a:off x="7623500" y="272924"/>
            <a:ext cx="1180600" cy="5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/>
          <p:nvPr/>
        </p:nvSpPr>
        <p:spPr>
          <a:xfrm>
            <a:off x="0" y="0"/>
            <a:ext cx="91515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pic>
        <p:nvPicPr>
          <p:cNvPr id="95" name="Google Shape;95;p19" title="ODSC.png"/>
          <p:cNvPicPr preferRelativeResize="0"/>
          <p:nvPr/>
        </p:nvPicPr>
        <p:blipFill rotWithShape="1">
          <a:blip r:embed="rId3">
            <a:alphaModFix/>
          </a:blip>
          <a:srcRect b="0" l="30" r="30" t="0"/>
          <a:stretch/>
        </p:blipFill>
        <p:spPr>
          <a:xfrm>
            <a:off x="7623500" y="4311524"/>
            <a:ext cx="1180600" cy="5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/>
          <p:nvPr/>
        </p:nvSpPr>
        <p:spPr>
          <a:xfrm>
            <a:off x="0" y="0"/>
            <a:ext cx="91515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pic>
        <p:nvPicPr>
          <p:cNvPr id="101" name="Google Shape;101;p20" title="ODSC.png"/>
          <p:cNvPicPr preferRelativeResize="0"/>
          <p:nvPr/>
        </p:nvPicPr>
        <p:blipFill rotWithShape="1">
          <a:blip r:embed="rId3">
            <a:alphaModFix/>
          </a:blip>
          <a:srcRect b="0" l="30" r="30" t="0"/>
          <a:stretch/>
        </p:blipFill>
        <p:spPr>
          <a:xfrm>
            <a:off x="308300" y="4311524"/>
            <a:ext cx="1180600" cy="5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21" title="b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0"/>
            <a:ext cx="9144000" cy="5143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1" title="ODSC.png"/>
          <p:cNvPicPr preferRelativeResize="0"/>
          <p:nvPr/>
        </p:nvPicPr>
        <p:blipFill rotWithShape="1">
          <a:blip r:embed="rId4">
            <a:alphaModFix/>
          </a:blip>
          <a:srcRect b="0" l="30" r="30" t="0"/>
          <a:stretch/>
        </p:blipFill>
        <p:spPr>
          <a:xfrm>
            <a:off x="308300" y="272924"/>
            <a:ext cx="1180600" cy="5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2" title="b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0"/>
            <a:ext cx="9144000" cy="5143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2" title="ODSC.png"/>
          <p:cNvPicPr preferRelativeResize="0"/>
          <p:nvPr/>
        </p:nvPicPr>
        <p:blipFill rotWithShape="1">
          <a:blip r:embed="rId4">
            <a:alphaModFix/>
          </a:blip>
          <a:srcRect b="0" l="30" r="30" t="0"/>
          <a:stretch/>
        </p:blipFill>
        <p:spPr>
          <a:xfrm>
            <a:off x="7623500" y="272924"/>
            <a:ext cx="1180600" cy="5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3" title="b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0"/>
            <a:ext cx="9144000" cy="5143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23" title="ODSC.png"/>
          <p:cNvPicPr preferRelativeResize="0"/>
          <p:nvPr/>
        </p:nvPicPr>
        <p:blipFill rotWithShape="1">
          <a:blip r:embed="rId4">
            <a:alphaModFix/>
          </a:blip>
          <a:srcRect b="0" l="30" r="30" t="0"/>
          <a:stretch/>
        </p:blipFill>
        <p:spPr>
          <a:xfrm>
            <a:off x="308300" y="4311524"/>
            <a:ext cx="1180600" cy="5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4" title="b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10"/>
            <a:ext cx="9144000" cy="51435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4" title="ODSC.png"/>
          <p:cNvPicPr preferRelativeResize="0"/>
          <p:nvPr/>
        </p:nvPicPr>
        <p:blipFill rotWithShape="1">
          <a:blip r:embed="rId4">
            <a:alphaModFix/>
          </a:blip>
          <a:srcRect b="0" l="30" r="30" t="0"/>
          <a:stretch/>
        </p:blipFill>
        <p:spPr>
          <a:xfrm>
            <a:off x="7623500" y="4311524"/>
            <a:ext cx="1180600" cy="5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/>
          <p:nvPr/>
        </p:nvSpPr>
        <p:spPr>
          <a:xfrm>
            <a:off x="0" y="0"/>
            <a:ext cx="91515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pic>
        <p:nvPicPr>
          <p:cNvPr id="131" name="Google Shape;131;p25" title="SPEAKERS-BACKGROUND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5478738" y="1467851"/>
            <a:ext cx="5137724" cy="220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5" title="SPEAKERS-BACKGROUND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1464962" y="1467851"/>
            <a:ext cx="5137724" cy="220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5" title="ODSC.png"/>
          <p:cNvPicPr preferRelativeResize="0"/>
          <p:nvPr/>
        </p:nvPicPr>
        <p:blipFill rotWithShape="1">
          <a:blip r:embed="rId5">
            <a:alphaModFix/>
          </a:blip>
          <a:srcRect b="0" l="30" r="30" t="0"/>
          <a:stretch/>
        </p:blipFill>
        <p:spPr>
          <a:xfrm>
            <a:off x="308300" y="272924"/>
            <a:ext cx="1180600" cy="5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/>
          <p:nvPr/>
        </p:nvSpPr>
        <p:spPr>
          <a:xfrm>
            <a:off x="0" y="0"/>
            <a:ext cx="91515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pic>
        <p:nvPicPr>
          <p:cNvPr id="139" name="Google Shape;139;p26" title="SPEAKERS-BACKGROUND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5478738" y="1467851"/>
            <a:ext cx="5137724" cy="220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6" title="SPEAKERS-BACKGROUND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1464962" y="1467851"/>
            <a:ext cx="5137724" cy="220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6" title="ODSC.png"/>
          <p:cNvPicPr preferRelativeResize="0"/>
          <p:nvPr/>
        </p:nvPicPr>
        <p:blipFill rotWithShape="1">
          <a:blip r:embed="rId5">
            <a:alphaModFix/>
          </a:blip>
          <a:srcRect b="0" l="30" r="30" t="0"/>
          <a:stretch/>
        </p:blipFill>
        <p:spPr>
          <a:xfrm>
            <a:off x="7623500" y="272924"/>
            <a:ext cx="1180600" cy="5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/>
          <p:nvPr/>
        </p:nvSpPr>
        <p:spPr>
          <a:xfrm>
            <a:off x="0" y="0"/>
            <a:ext cx="91515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pic>
        <p:nvPicPr>
          <p:cNvPr id="147" name="Google Shape;147;p27" title="SPEAKERS-BACKGROUND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5478738" y="1467851"/>
            <a:ext cx="5137724" cy="220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7" title="SPEAKERS-BACKGROUND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1464962" y="1467851"/>
            <a:ext cx="5137724" cy="220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7" title="ODSC.png"/>
          <p:cNvPicPr preferRelativeResize="0"/>
          <p:nvPr/>
        </p:nvPicPr>
        <p:blipFill rotWithShape="1">
          <a:blip r:embed="rId5">
            <a:alphaModFix/>
          </a:blip>
          <a:srcRect b="0" l="30" r="30" t="0"/>
          <a:stretch/>
        </p:blipFill>
        <p:spPr>
          <a:xfrm>
            <a:off x="308300" y="4311524"/>
            <a:ext cx="1180600" cy="5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/>
          <p:nvPr/>
        </p:nvSpPr>
        <p:spPr>
          <a:xfrm>
            <a:off x="0" y="0"/>
            <a:ext cx="91515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pic>
        <p:nvPicPr>
          <p:cNvPr id="155" name="Google Shape;155;p28" title="SPEAKERS-BACKGROUND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5478738" y="1467851"/>
            <a:ext cx="5137724" cy="220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8" title="SPEAKERS-BACKGROUND-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-1464962" y="1467851"/>
            <a:ext cx="5137724" cy="220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8" title="ODSC.png"/>
          <p:cNvPicPr preferRelativeResize="0"/>
          <p:nvPr/>
        </p:nvPicPr>
        <p:blipFill rotWithShape="1">
          <a:blip r:embed="rId5">
            <a:alphaModFix/>
          </a:blip>
          <a:srcRect b="0" l="30" r="30" t="0"/>
          <a:stretch/>
        </p:blipFill>
        <p:spPr>
          <a:xfrm>
            <a:off x="7623500" y="4311524"/>
            <a:ext cx="1180600" cy="5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9" title="ODSC.png"/>
          <p:cNvPicPr preferRelativeResize="0"/>
          <p:nvPr/>
        </p:nvPicPr>
        <p:blipFill rotWithShape="1">
          <a:blip r:embed="rId4">
            <a:alphaModFix/>
          </a:blip>
          <a:srcRect b="0" l="30" r="30" t="0"/>
          <a:stretch/>
        </p:blipFill>
        <p:spPr>
          <a:xfrm>
            <a:off x="308300" y="272924"/>
            <a:ext cx="1180600" cy="5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30" title="ODSC.png"/>
          <p:cNvPicPr preferRelativeResize="0"/>
          <p:nvPr/>
        </p:nvPicPr>
        <p:blipFill rotWithShape="1">
          <a:blip r:embed="rId4">
            <a:alphaModFix/>
          </a:blip>
          <a:srcRect b="0" l="30" r="30" t="0"/>
          <a:stretch/>
        </p:blipFill>
        <p:spPr>
          <a:xfrm>
            <a:off x="7623500" y="272924"/>
            <a:ext cx="1180600" cy="5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31" title="ODSC.png"/>
          <p:cNvPicPr preferRelativeResize="0"/>
          <p:nvPr/>
        </p:nvPicPr>
        <p:blipFill rotWithShape="1">
          <a:blip r:embed="rId4">
            <a:alphaModFix/>
          </a:blip>
          <a:srcRect b="0" l="30" r="30" t="0"/>
          <a:stretch/>
        </p:blipFill>
        <p:spPr>
          <a:xfrm>
            <a:off x="308300" y="4311524"/>
            <a:ext cx="1180600" cy="5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2" title="ODSC.png"/>
          <p:cNvPicPr preferRelativeResize="0"/>
          <p:nvPr/>
        </p:nvPicPr>
        <p:blipFill rotWithShape="1">
          <a:blip r:embed="rId4">
            <a:alphaModFix/>
          </a:blip>
          <a:srcRect b="0" l="30" r="30" t="0"/>
          <a:stretch/>
        </p:blipFill>
        <p:spPr>
          <a:xfrm>
            <a:off x="7623500" y="4311524"/>
            <a:ext cx="1180600" cy="5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3" title="aix leadership square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1750" y="337625"/>
            <a:ext cx="1184975" cy="118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34" title="aix leadership square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45925" y="324400"/>
            <a:ext cx="1184975" cy="118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5" title="aix leadership square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85596" y="3697825"/>
            <a:ext cx="1184975" cy="118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36" title="aix leadership square log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271" y="3724300"/>
            <a:ext cx="1184975" cy="118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37" title="AIX LOGO_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350" y="253897"/>
            <a:ext cx="2345676" cy="8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38" title="AIX LOGO_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48425" y="214222"/>
            <a:ext cx="2345676" cy="8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39" title="AIX LOGO_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2600" y="4143272"/>
            <a:ext cx="2345676" cy="8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40" title="AIX LOGO_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075" y="4077097"/>
            <a:ext cx="2345676" cy="8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1"/>
          <p:cNvSpPr/>
          <p:nvPr/>
        </p:nvSpPr>
        <p:spPr>
          <a:xfrm>
            <a:off x="0" y="0"/>
            <a:ext cx="91515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pic>
        <p:nvPicPr>
          <p:cNvPr id="223" name="Google Shape;223;p41" title="aix leadership square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750" y="337625"/>
            <a:ext cx="1184975" cy="118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2"/>
          <p:cNvSpPr/>
          <p:nvPr/>
        </p:nvSpPr>
        <p:spPr>
          <a:xfrm>
            <a:off x="0" y="0"/>
            <a:ext cx="91515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pic>
        <p:nvPicPr>
          <p:cNvPr id="229" name="Google Shape;229;p42" title="aix leadership square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5925" y="324400"/>
            <a:ext cx="1184975" cy="118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3"/>
          <p:cNvSpPr/>
          <p:nvPr/>
        </p:nvSpPr>
        <p:spPr>
          <a:xfrm>
            <a:off x="0" y="0"/>
            <a:ext cx="91515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pic>
        <p:nvPicPr>
          <p:cNvPr id="235" name="Google Shape;235;p43" title="aix leadership square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271" y="3724300"/>
            <a:ext cx="1184975" cy="118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4"/>
          <p:cNvSpPr/>
          <p:nvPr/>
        </p:nvSpPr>
        <p:spPr>
          <a:xfrm>
            <a:off x="0" y="0"/>
            <a:ext cx="91515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pic>
        <p:nvPicPr>
          <p:cNvPr id="241" name="Google Shape;241;p44" title="aix leadership square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5596" y="3697825"/>
            <a:ext cx="1184975" cy="1184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5"/>
          <p:cNvSpPr/>
          <p:nvPr/>
        </p:nvSpPr>
        <p:spPr>
          <a:xfrm>
            <a:off x="0" y="0"/>
            <a:ext cx="91515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pic>
        <p:nvPicPr>
          <p:cNvPr id="247" name="Google Shape;247;p45" title="AIX LOGO_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350" y="253897"/>
            <a:ext cx="2345676" cy="8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46"/>
          <p:cNvSpPr/>
          <p:nvPr/>
        </p:nvSpPr>
        <p:spPr>
          <a:xfrm>
            <a:off x="0" y="0"/>
            <a:ext cx="91515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pic>
        <p:nvPicPr>
          <p:cNvPr id="253" name="Google Shape;253;p46" title="AIX LOGO_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48425" y="214222"/>
            <a:ext cx="2345676" cy="8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47"/>
          <p:cNvSpPr/>
          <p:nvPr/>
        </p:nvSpPr>
        <p:spPr>
          <a:xfrm>
            <a:off x="0" y="0"/>
            <a:ext cx="91515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pic>
        <p:nvPicPr>
          <p:cNvPr id="259" name="Google Shape;259;p47" title="AIX LOGO_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075" y="4077097"/>
            <a:ext cx="2345676" cy="8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8"/>
          <p:cNvSpPr/>
          <p:nvPr/>
        </p:nvSpPr>
        <p:spPr>
          <a:xfrm>
            <a:off x="0" y="0"/>
            <a:ext cx="91515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pic>
        <p:nvPicPr>
          <p:cNvPr id="265" name="Google Shape;265;p48" title="AIX LOGO_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2600" y="4143272"/>
            <a:ext cx="2345676" cy="8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49" title="logo-odsc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0875" y="1216912"/>
            <a:ext cx="3067991" cy="781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49" title="logo-odsc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875" y="1876770"/>
            <a:ext cx="3067991" cy="7819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49" title="logo-odsc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8354" y="602263"/>
            <a:ext cx="3068058" cy="7819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49" title="EAST2026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85700" y="2809960"/>
            <a:ext cx="2438339" cy="1042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49" title="EAST2026-1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5700" y="4004130"/>
            <a:ext cx="4330675" cy="537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49" title="AIX LOGO_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477376" y="2508618"/>
            <a:ext cx="3524999" cy="123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9" title="aix leadership square logo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758502" y="602273"/>
            <a:ext cx="1753951" cy="1753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